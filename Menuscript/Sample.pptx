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3" r:id="rId1"/>
  </p:sldMasterIdLst>
  <p:notesMasterIdLst>
    <p:notesMasterId r:id="rId12"/>
  </p:notesMasterIdLst>
  <p:sldIdLst>
    <p:sldId id="354" r:id="rId2"/>
    <p:sldId id="257" r:id="rId3"/>
    <p:sldId id="340" r:id="rId4"/>
    <p:sldId id="339" r:id="rId5"/>
    <p:sldId id="282" r:id="rId6"/>
    <p:sldId id="391" r:id="rId7"/>
    <p:sldId id="350" r:id="rId8"/>
    <p:sldId id="328" r:id="rId9"/>
    <p:sldId id="386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5337" autoAdjust="0"/>
  </p:normalViewPr>
  <p:slideViewPr>
    <p:cSldViewPr snapToGrid="0">
      <p:cViewPr varScale="1">
        <p:scale>
          <a:sx n="88" d="100"/>
          <a:sy n="88" d="100"/>
        </p:scale>
        <p:origin x="427" y="43"/>
      </p:cViewPr>
      <p:guideLst/>
    </p:cSldViewPr>
  </p:slideViewPr>
  <p:outlineViewPr>
    <p:cViewPr>
      <p:scale>
        <a:sx n="33" d="100"/>
        <a:sy n="33" d="100"/>
      </p:scale>
      <p:origin x="0" y="-942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8BFFF-DDA4-4F8C-945C-F7A5AE4FF4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1C555-8FF0-4EE5-919D-A5299F89C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85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1C555-8FF0-4EE5-919D-A5299F89C02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926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1C555-8FF0-4EE5-919D-A5299F89C02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176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1C555-8FF0-4EE5-919D-A5299F89C02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1C555-8FF0-4EE5-919D-A5299F89C0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52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1C555-8FF0-4EE5-919D-A5299F89C02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46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A1C555-8FF0-4EE5-919D-A5299F89C02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76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81217-C3BC-4C12-BEE0-FC31A533FD73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34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15F40-6EBF-4F2E-A623-EF6CF937017D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19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0FD5D-A110-4544-A863-D01592206299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01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114F7-311F-4D2F-809A-F8680837539F}" type="datetime1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645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960DF-9E3B-408F-91EA-588BC3D33808}" type="datetime1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21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41B3-4F7E-4766-BEFF-EB97ABD2D415}" type="datetime1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9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F644-36B1-4658-B76B-6DC1BEB0CF0C}" type="datetime1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76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A818D-A2B4-4CD9-86CB-F89D9D776913}" type="datetime1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77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36F6-7DBE-4792-AF42-CDA8C8C52DD0}" type="datetime1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10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612F8-7293-48C5-9370-5AFE82B06AEE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30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66CFB-4736-4DD6-B094-5C652BAFE079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00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FF6C4-05C6-41F1-8E7E-76F3D5785204}" type="datetime1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016EA-E49A-4C78-BC57-5165DBB051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7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4"/>
          <p:cNvPicPr/>
          <p:nvPr/>
        </p:nvPicPr>
        <p:blipFill>
          <a:blip r:embed="rId3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ln w="9360">
            <a:noFill/>
          </a:ln>
        </p:spPr>
      </p:pic>
      <p:sp>
        <p:nvSpPr>
          <p:cNvPr id="77" name="CustomShape 1"/>
          <p:cNvSpPr/>
          <p:nvPr/>
        </p:nvSpPr>
        <p:spPr>
          <a:xfrm>
            <a:off x="342901" y="100013"/>
            <a:ext cx="11671048" cy="202947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25" tIns="45712" rIns="91425" bIns="45712" anchor="b">
            <a:noAutofit/>
          </a:bodyPr>
          <a:lstStyle/>
          <a:p>
            <a:pPr algn="ctr"/>
            <a:r>
              <a:rPr lang="en-US" sz="4000" dirty="0" smtClean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endParaRPr lang="en-IN" sz="4000" dirty="0">
              <a:solidFill>
                <a:srgbClr val="1F4E7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CustomShape 2"/>
          <p:cNvSpPr/>
          <p:nvPr/>
        </p:nvSpPr>
        <p:spPr>
          <a:xfrm>
            <a:off x="2029083" y="2266010"/>
            <a:ext cx="8326507" cy="34886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629" tIns="40815" rIns="81629" bIns="40815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633" spc="-1" dirty="0">
                <a:solidFill>
                  <a:srgbClr val="1F4E79"/>
                </a:solidFill>
                <a:latin typeface="Times New Roman"/>
                <a:ea typeface="SimSun"/>
              </a:rPr>
              <a:t>Presentation By:</a:t>
            </a:r>
            <a:endParaRPr lang="en-IN" sz="2177" spc="-1" dirty="0">
              <a:solidFill>
                <a:srgbClr val="1F4E79"/>
              </a:solidFill>
              <a:latin typeface="Times New Roman"/>
              <a:ea typeface="SimSun"/>
            </a:endParaRPr>
          </a:p>
          <a:p>
            <a:pPr algn="ctr">
              <a:lnSpc>
                <a:spcPct val="100000"/>
              </a:lnSpc>
            </a:pPr>
            <a:r>
              <a:rPr lang="en-IN" sz="2177" spc="-1" dirty="0">
                <a:solidFill>
                  <a:srgbClr val="1F4E79"/>
                </a:solidFill>
                <a:latin typeface="Times New Roman"/>
                <a:ea typeface="SimSun"/>
              </a:rPr>
              <a:t> </a:t>
            </a:r>
            <a:r>
              <a:rPr lang="en-IN" sz="2177" spc="-1" dirty="0" smtClean="0">
                <a:solidFill>
                  <a:srgbClr val="1F4E79"/>
                </a:solidFill>
                <a:latin typeface="Times New Roman"/>
                <a:ea typeface="SimSun"/>
              </a:rPr>
              <a:t>name</a:t>
            </a:r>
            <a:endParaRPr lang="en-IN" sz="2177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IN" sz="2540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IN" sz="2177" spc="-1" dirty="0">
                <a:solidFill>
                  <a:srgbClr val="1F4E79"/>
                </a:solidFill>
                <a:latin typeface="Times New Roman"/>
                <a:ea typeface="SimSun"/>
              </a:rPr>
              <a:t>Under the guidance of </a:t>
            </a:r>
            <a:endParaRPr lang="en-IN" sz="2177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IN" sz="2177" spc="-1" dirty="0">
                <a:solidFill>
                  <a:srgbClr val="1F4E79"/>
                </a:solidFill>
                <a:latin typeface="Times New Roman"/>
                <a:ea typeface="SimSun"/>
              </a:rPr>
              <a:t> </a:t>
            </a:r>
            <a:r>
              <a:rPr lang="en-IN" sz="2177" spc="-1" dirty="0" smtClean="0">
                <a:solidFill>
                  <a:srgbClr val="1F4E79"/>
                </a:solidFill>
                <a:latin typeface="Times New Roman"/>
                <a:ea typeface="SimSun"/>
              </a:rPr>
              <a:t>name</a:t>
            </a:r>
            <a:endParaRPr lang="en-IN" sz="2177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IN" sz="1633" spc="-1" dirty="0">
                <a:solidFill>
                  <a:srgbClr val="1F4E79"/>
                </a:solidFill>
                <a:latin typeface="Times New Roman"/>
                <a:ea typeface="SimSun"/>
              </a:rPr>
              <a:t>Assistant Professor</a:t>
            </a:r>
            <a:endParaRPr lang="en-IN" sz="1633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1633" spc="-1" dirty="0">
                <a:solidFill>
                  <a:srgbClr val="1F4E79"/>
                </a:solidFill>
                <a:latin typeface="Times New Roman"/>
                <a:ea typeface="SimSun"/>
              </a:rPr>
              <a:t>Department of Computer Science </a:t>
            </a:r>
            <a:r>
              <a:rPr lang="en-GB" sz="1633" spc="-1" dirty="0" smtClean="0">
                <a:solidFill>
                  <a:srgbClr val="1F4E79"/>
                </a:solidFill>
                <a:latin typeface="Times New Roman"/>
                <a:ea typeface="SimSun"/>
              </a:rPr>
              <a:t>Engineering</a:t>
            </a:r>
            <a:endParaRPr lang="en-GB" sz="1633" spc="-1" dirty="0">
              <a:solidFill>
                <a:srgbClr val="1F4E79"/>
              </a:solidFill>
              <a:latin typeface="Times New Roman"/>
              <a:ea typeface="SimSun"/>
            </a:endParaRPr>
          </a:p>
          <a:p>
            <a:pPr algn="ctr">
              <a:lnSpc>
                <a:spcPct val="100000"/>
              </a:lnSpc>
            </a:pPr>
            <a:r>
              <a:rPr lang="en-GB" sz="1633" spc="-1" dirty="0">
                <a:solidFill>
                  <a:srgbClr val="1F4E79"/>
                </a:solidFill>
                <a:latin typeface="Times New Roman"/>
                <a:ea typeface="SimSun"/>
              </a:rPr>
              <a:t>Royal School of Information Technology</a:t>
            </a:r>
          </a:p>
          <a:p>
            <a:pPr algn="ctr">
              <a:lnSpc>
                <a:spcPct val="100000"/>
              </a:lnSpc>
            </a:pPr>
            <a:r>
              <a:rPr lang="en-GB" sz="1633" spc="-1" dirty="0">
                <a:solidFill>
                  <a:srgbClr val="1F4E79"/>
                </a:solidFill>
                <a:latin typeface="Times New Roman"/>
                <a:ea typeface="SimSun"/>
              </a:rPr>
              <a:t>Guwahati, 781035</a:t>
            </a:r>
          </a:p>
          <a:p>
            <a:pPr algn="ctr">
              <a:lnSpc>
                <a:spcPct val="100000"/>
              </a:lnSpc>
            </a:pPr>
            <a:r>
              <a:rPr lang="en-GB" sz="1633" spc="-1" dirty="0">
                <a:solidFill>
                  <a:srgbClr val="1F4E79"/>
                </a:solidFill>
                <a:latin typeface="Times New Roman"/>
                <a:ea typeface="SimSun"/>
              </a:rPr>
              <a:t>Session:2024-2026</a:t>
            </a:r>
            <a:endParaRPr lang="en-IN" sz="1633" spc="-1" dirty="0">
              <a:solidFill>
                <a:srgbClr val="1F4E79"/>
              </a:solidFill>
              <a:latin typeface="Times New Roman"/>
              <a:ea typeface="SimSun"/>
            </a:endParaRPr>
          </a:p>
          <a:p>
            <a:pPr algn="ctr">
              <a:lnSpc>
                <a:spcPct val="100000"/>
              </a:lnSpc>
            </a:pPr>
            <a:endParaRPr lang="en-IN" sz="1633" spc="-1" dirty="0">
              <a:solidFill>
                <a:srgbClr val="1F4E79"/>
              </a:solidFill>
              <a:latin typeface="Times New Roman"/>
              <a:ea typeface="SimSun"/>
            </a:endParaRPr>
          </a:p>
          <a:p>
            <a:pPr algn="ctr">
              <a:lnSpc>
                <a:spcPct val="100000"/>
              </a:lnSpc>
            </a:pPr>
            <a:endParaRPr lang="en-IN" sz="1633" spc="-1" dirty="0">
              <a:latin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59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"/>
            <a:ext cx="8596668" cy="83676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836762"/>
            <a:ext cx="9087769" cy="6021239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INTRODUCTION 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RESULT 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  <a:endParaRPr lang="en-I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79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62" y="804230"/>
            <a:ext cx="10972120" cy="921095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562" y="1861851"/>
            <a:ext cx="10972120" cy="4996149"/>
          </a:xfrm>
        </p:spPr>
        <p:txBody>
          <a:bodyPr>
            <a:noAutofit/>
          </a:bodyPr>
          <a:lstStyle/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08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62" y="785004"/>
            <a:ext cx="10972120" cy="1112376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562" y="1897380"/>
            <a:ext cx="10972120" cy="4838398"/>
          </a:xfrm>
        </p:spPr>
        <p:txBody>
          <a:bodyPr>
            <a:noAutofit/>
          </a:bodyPr>
          <a:lstStyle/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77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62" y="854016"/>
            <a:ext cx="10972120" cy="93258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09562" y="2199736"/>
            <a:ext cx="10972120" cy="2921622"/>
          </a:xfrm>
        </p:spPr>
        <p:txBody>
          <a:bodyPr>
            <a:normAutofit/>
          </a:bodyPr>
          <a:lstStyle/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60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56" y="80454"/>
            <a:ext cx="10515600" cy="65279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266447"/>
              </p:ext>
            </p:extLst>
          </p:nvPr>
        </p:nvGraphicFramePr>
        <p:xfrm>
          <a:off x="769188" y="733246"/>
          <a:ext cx="10669438" cy="558704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046176"/>
                <a:gridCol w="1769662"/>
                <a:gridCol w="1382549"/>
                <a:gridCol w="1028448"/>
                <a:gridCol w="1382718"/>
                <a:gridCol w="1443343"/>
                <a:gridCol w="1616542"/>
              </a:tblGrid>
              <a:tr h="7043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 &amp; Year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Study Focus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Models Used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Result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Contribution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 / Gap</a:t>
                      </a: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5308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3950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53456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R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1C6016EA-E49A-4C78-BC57-5165DBB0515A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51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99190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88793" y="6463574"/>
            <a:ext cx="10972120" cy="394426"/>
          </a:xfrm>
        </p:spPr>
        <p:txBody>
          <a:bodyPr>
            <a:normAutofit/>
          </a:bodyPr>
          <a:lstStyle/>
          <a:p>
            <a:pPr marL="97956" indent="0" algn="ctr">
              <a:buNone/>
            </a:pPr>
            <a:r>
              <a:rPr lang="en-US" sz="1800" dirty="0"/>
              <a:t>Figure 1: </a:t>
            </a:r>
            <a:r>
              <a:rPr lang="en-IN" sz="1800" dirty="0"/>
              <a:t>Methodology Pipeline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1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35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62" y="284976"/>
            <a:ext cx="10972120" cy="55271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4BE81CA-477C-6FFF-09F2-A8FA00A4F58E}"/>
              </a:ext>
            </a:extLst>
          </p:cNvPr>
          <p:cNvSpPr txBox="1"/>
          <p:nvPr/>
        </p:nvSpPr>
        <p:spPr>
          <a:xfrm>
            <a:off x="626814" y="948690"/>
            <a:ext cx="11182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8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488" y="2822956"/>
            <a:ext cx="615174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dirty="0">
                <a:ln w="0">
                  <a:solidFill>
                    <a:srgbClr val="00B050"/>
                  </a:solidFill>
                </a:ln>
                <a:solidFill>
                  <a:srgbClr val="1F4E79"/>
                </a:soli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016EA-E49A-4C78-BC57-5165DBB0515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56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5663</TotalTime>
  <Words>81</Words>
  <Application>Microsoft Office PowerPoint</Application>
  <PresentationFormat>Widescreen</PresentationFormat>
  <Paragraphs>50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Content </vt:lpstr>
      <vt:lpstr>INTRODUCTION</vt:lpstr>
      <vt:lpstr>PROBLEM STATEMENT</vt:lpstr>
      <vt:lpstr>OBJECTIVES </vt:lpstr>
      <vt:lpstr>LITERATURE SURVEY</vt:lpstr>
      <vt:lpstr>METHODOLOGY OVERVIEW</vt:lpstr>
      <vt:lpstr>CONCLUSION 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and Explainable Sentiment Analysis on Large-Scale, Multi-Domain Course Reviews</dc:title>
  <dc:creator>Microsoft account</dc:creator>
  <cp:lastModifiedBy>Microsoft account</cp:lastModifiedBy>
  <cp:revision>638</cp:revision>
  <dcterms:created xsi:type="dcterms:W3CDTF">2026-02-06T18:13:11Z</dcterms:created>
  <dcterms:modified xsi:type="dcterms:W3CDTF">2026-05-12T05:00:46Z</dcterms:modified>
</cp:coreProperties>
</file>